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2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8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0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6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0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3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6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2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9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975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2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0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2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71A01-3AAC-4555-9939-B3D5ED912B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9B717-7F9B-4FFD-A4E3-12D2AFF8A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3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1590" y="1299410"/>
            <a:ext cx="8068821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Project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9304" y="3683651"/>
            <a:ext cx="5413392" cy="1331111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 Management</a:t>
            </a:r>
          </a:p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Tech-Zone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757" y="3359056"/>
            <a:ext cx="6346486" cy="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1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19" y="651271"/>
            <a:ext cx="8282143" cy="811769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 Page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18062" cy="4572000"/>
          </a:xfrm>
        </p:spPr>
      </p:pic>
    </p:spTree>
    <p:extLst>
      <p:ext uri="{BB962C8B-B14F-4D97-AF65-F5344CB8AC3E}">
        <p14:creationId xmlns:p14="http://schemas.microsoft.com/office/powerpoint/2010/main" val="333705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384" y="727471"/>
            <a:ext cx="8911687" cy="735569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Signup Page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72136" cy="4572000"/>
          </a:xfrm>
        </p:spPr>
      </p:pic>
    </p:spTree>
    <p:extLst>
      <p:ext uri="{BB962C8B-B14F-4D97-AF65-F5344CB8AC3E}">
        <p14:creationId xmlns:p14="http://schemas.microsoft.com/office/powerpoint/2010/main" val="3274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713" y="716360"/>
            <a:ext cx="8911687" cy="775556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658795" cy="4572000"/>
          </a:xfrm>
        </p:spPr>
      </p:pic>
    </p:spTree>
    <p:extLst>
      <p:ext uri="{BB962C8B-B14F-4D97-AF65-F5344CB8AC3E}">
        <p14:creationId xmlns:p14="http://schemas.microsoft.com/office/powerpoint/2010/main" val="58519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73" y="624110"/>
            <a:ext cx="8911687" cy="83893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Home Page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663314" cy="4572000"/>
          </a:xfrm>
        </p:spPr>
      </p:pic>
    </p:spTree>
    <p:extLst>
      <p:ext uri="{BB962C8B-B14F-4D97-AF65-F5344CB8AC3E}">
        <p14:creationId xmlns:p14="http://schemas.microsoft.com/office/powerpoint/2010/main" val="334546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3347" y="677827"/>
            <a:ext cx="8911687" cy="785213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Cart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18063" cy="4572000"/>
          </a:xfrm>
        </p:spPr>
      </p:pic>
    </p:spTree>
    <p:extLst>
      <p:ext uri="{BB962C8B-B14F-4D97-AF65-F5344CB8AC3E}">
        <p14:creationId xmlns:p14="http://schemas.microsoft.com/office/powerpoint/2010/main" val="397189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6498" y="661985"/>
            <a:ext cx="8462646" cy="801055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 (Before)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35322" cy="4569851"/>
          </a:xfrm>
        </p:spPr>
      </p:pic>
    </p:spTree>
    <p:extLst>
      <p:ext uri="{BB962C8B-B14F-4D97-AF65-F5344CB8AC3E}">
        <p14:creationId xmlns:p14="http://schemas.microsoft.com/office/powerpoint/2010/main" val="220224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910" y="651271"/>
            <a:ext cx="8911687" cy="812374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Orderline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645"/>
            <a:ext cx="9723189" cy="4572000"/>
          </a:xfrm>
        </p:spPr>
      </p:pic>
    </p:spTree>
    <p:extLst>
      <p:ext uri="{BB962C8B-B14F-4D97-AF65-F5344CB8AC3E}">
        <p14:creationId xmlns:p14="http://schemas.microsoft.com/office/powerpoint/2010/main" val="288716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835" y="703630"/>
            <a:ext cx="8911687" cy="773896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Order Record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45038" cy="4572000"/>
          </a:xfrm>
        </p:spPr>
      </p:pic>
    </p:spTree>
    <p:extLst>
      <p:ext uri="{BB962C8B-B14F-4D97-AF65-F5344CB8AC3E}">
        <p14:creationId xmlns:p14="http://schemas.microsoft.com/office/powerpoint/2010/main" val="258204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910" y="723697"/>
            <a:ext cx="8911687" cy="81011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 (After)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23189" cy="4572000"/>
          </a:xfrm>
        </p:spPr>
      </p:pic>
    </p:spTree>
    <p:extLst>
      <p:ext uri="{BB962C8B-B14F-4D97-AF65-F5344CB8AC3E}">
        <p14:creationId xmlns:p14="http://schemas.microsoft.com/office/powerpoint/2010/main" val="41673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38" y="683863"/>
            <a:ext cx="8911687" cy="779177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Record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41245" cy="4572000"/>
          </a:xfrm>
        </p:spPr>
      </p:pic>
    </p:spTree>
    <p:extLst>
      <p:ext uri="{BB962C8B-B14F-4D97-AF65-F5344CB8AC3E}">
        <p14:creationId xmlns:p14="http://schemas.microsoft.com/office/powerpoint/2010/main" val="96926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206" y="668775"/>
            <a:ext cx="8911687" cy="794265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Product Upload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679780" cy="4572000"/>
          </a:xfrm>
        </p:spPr>
      </p:pic>
    </p:spTree>
    <p:extLst>
      <p:ext uri="{BB962C8B-B14F-4D97-AF65-F5344CB8AC3E}">
        <p14:creationId xmlns:p14="http://schemas.microsoft.com/office/powerpoint/2010/main" val="390922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6318" y="589556"/>
            <a:ext cx="8911687" cy="873484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10264004" cy="4572000"/>
          </a:xfrm>
        </p:spPr>
      </p:pic>
    </p:spTree>
    <p:extLst>
      <p:ext uri="{BB962C8B-B14F-4D97-AF65-F5344CB8AC3E}">
        <p14:creationId xmlns:p14="http://schemas.microsoft.com/office/powerpoint/2010/main" val="307908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130" y="624110"/>
            <a:ext cx="8911687" cy="83893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Profile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10203629" cy="4572000"/>
          </a:xfrm>
        </p:spPr>
      </p:pic>
    </p:spTree>
    <p:extLst>
      <p:ext uri="{BB962C8B-B14F-4D97-AF65-F5344CB8AC3E}">
        <p14:creationId xmlns:p14="http://schemas.microsoft.com/office/powerpoint/2010/main" val="297659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910" y="660324"/>
            <a:ext cx="8911687" cy="802716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Password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463040"/>
            <a:ext cx="9723189" cy="4572000"/>
          </a:xfrm>
        </p:spPr>
      </p:pic>
    </p:spTree>
    <p:extLst>
      <p:ext uri="{BB962C8B-B14F-4D97-AF65-F5344CB8AC3E}">
        <p14:creationId xmlns:p14="http://schemas.microsoft.com/office/powerpoint/2010/main" val="30820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125" y="2380484"/>
            <a:ext cx="6087324" cy="1557775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9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48</Words>
  <Application>Microsoft Office PowerPoint</Application>
  <PresentationFormat>Widescreen</PresentationFormat>
  <Paragraphs>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Times New Roman</vt:lpstr>
      <vt:lpstr>Trebuchet MS</vt:lpstr>
      <vt:lpstr>Tw Cen MT</vt:lpstr>
      <vt:lpstr>Circuit</vt:lpstr>
      <vt:lpstr>Database Management System Project</vt:lpstr>
      <vt:lpstr>Index Page</vt:lpstr>
      <vt:lpstr>Signup Page</vt:lpstr>
      <vt:lpstr>Login Page</vt:lpstr>
      <vt:lpstr>Customer Home Page</vt:lpstr>
      <vt:lpstr>Customer Cart</vt:lpstr>
      <vt:lpstr>Customer Dashboard (Before)</vt:lpstr>
      <vt:lpstr>Admin Orderline</vt:lpstr>
      <vt:lpstr>Customer Order Record</vt:lpstr>
      <vt:lpstr>Customer Dashboard (After)</vt:lpstr>
      <vt:lpstr>Customer Record</vt:lpstr>
      <vt:lpstr>Admin Product Upload</vt:lpstr>
      <vt:lpstr>Profile</vt:lpstr>
      <vt:lpstr>Update Profile</vt:lpstr>
      <vt:lpstr>Update Password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 Management</dc:title>
  <dc:creator>Microsoft account</dc:creator>
  <cp:lastModifiedBy>Microsoft account</cp:lastModifiedBy>
  <cp:revision>14</cp:revision>
  <dcterms:created xsi:type="dcterms:W3CDTF">2023-09-19T09:49:55Z</dcterms:created>
  <dcterms:modified xsi:type="dcterms:W3CDTF">2024-10-28T15:05:27Z</dcterms:modified>
</cp:coreProperties>
</file>