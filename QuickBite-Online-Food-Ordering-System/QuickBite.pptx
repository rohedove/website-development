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2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9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2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4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6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9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6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0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9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6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2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1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26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2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87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4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7A381C6-8C49-4F95-B6B9-CC244E5812F5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4A60D2C-ACDD-49DF-8D6E-E09D8759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35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b="1" dirty="0" smtClean="0">
                <a:solidFill>
                  <a:schemeClr val="bg2"/>
                </a:solidFill>
              </a:rPr>
              <a:t>QuickBite</a:t>
            </a:r>
            <a:endParaRPr lang="en-US" sz="9600" b="1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/>
          <a:lstStyle/>
          <a:p>
            <a:r>
              <a:rPr lang="en-US" b="1" dirty="0" smtClean="0">
                <a:solidFill>
                  <a:schemeClr val="bg2"/>
                </a:solidFill>
              </a:rPr>
              <a:t>Online Food Ordering System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51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Home PAge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090" y="2366963"/>
            <a:ext cx="7877819" cy="3424237"/>
          </a:xfrm>
        </p:spPr>
      </p:pic>
    </p:spTree>
    <p:extLst>
      <p:ext uri="{BB962C8B-B14F-4D97-AF65-F5344CB8AC3E}">
        <p14:creationId xmlns:p14="http://schemas.microsoft.com/office/powerpoint/2010/main" val="288544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Admin Login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849" y="2366963"/>
            <a:ext cx="7362301" cy="3424237"/>
          </a:xfrm>
        </p:spPr>
      </p:pic>
    </p:spTree>
    <p:extLst>
      <p:ext uri="{BB962C8B-B14F-4D97-AF65-F5344CB8AC3E}">
        <p14:creationId xmlns:p14="http://schemas.microsoft.com/office/powerpoint/2010/main" val="226999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Product list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864" y="2366963"/>
            <a:ext cx="7270272" cy="3424237"/>
          </a:xfrm>
        </p:spPr>
      </p:pic>
    </p:spTree>
    <p:extLst>
      <p:ext uri="{BB962C8B-B14F-4D97-AF65-F5344CB8AC3E}">
        <p14:creationId xmlns:p14="http://schemas.microsoft.com/office/powerpoint/2010/main" val="147494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Add product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861" y="2366963"/>
            <a:ext cx="7294278" cy="3424237"/>
          </a:xfrm>
        </p:spPr>
      </p:pic>
    </p:spTree>
    <p:extLst>
      <p:ext uri="{BB962C8B-B14F-4D97-AF65-F5344CB8AC3E}">
        <p14:creationId xmlns:p14="http://schemas.microsoft.com/office/powerpoint/2010/main" val="331979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Added product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50" y="2366963"/>
            <a:ext cx="7286100" cy="3424237"/>
          </a:xfrm>
        </p:spPr>
      </p:pic>
    </p:spTree>
    <p:extLst>
      <p:ext uri="{BB962C8B-B14F-4D97-AF65-F5344CB8AC3E}">
        <p14:creationId xmlns:p14="http://schemas.microsoft.com/office/powerpoint/2010/main" val="288222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Edit Product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873" y="2366963"/>
            <a:ext cx="7312253" cy="3424237"/>
          </a:xfrm>
        </p:spPr>
      </p:pic>
    </p:spTree>
    <p:extLst>
      <p:ext uri="{BB962C8B-B14F-4D97-AF65-F5344CB8AC3E}">
        <p14:creationId xmlns:p14="http://schemas.microsoft.com/office/powerpoint/2010/main" val="73652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Edited product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029" y="2366963"/>
            <a:ext cx="7277941" cy="3424237"/>
          </a:xfrm>
        </p:spPr>
      </p:pic>
    </p:spTree>
    <p:extLst>
      <p:ext uri="{BB962C8B-B14F-4D97-AF65-F5344CB8AC3E}">
        <p14:creationId xmlns:p14="http://schemas.microsoft.com/office/powerpoint/2010/main" val="305927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Customer registration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50" y="2366963"/>
            <a:ext cx="7286100" cy="3424237"/>
          </a:xfrm>
        </p:spPr>
      </p:pic>
    </p:spTree>
    <p:extLst>
      <p:ext uri="{BB962C8B-B14F-4D97-AF65-F5344CB8AC3E}">
        <p14:creationId xmlns:p14="http://schemas.microsoft.com/office/powerpoint/2010/main" val="239391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Customer login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160" y="2366963"/>
            <a:ext cx="7445679" cy="3424237"/>
          </a:xfrm>
        </p:spPr>
      </p:pic>
    </p:spTree>
    <p:extLst>
      <p:ext uri="{BB962C8B-B14F-4D97-AF65-F5344CB8AC3E}">
        <p14:creationId xmlns:p14="http://schemas.microsoft.com/office/powerpoint/2010/main" val="656724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Product select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82" y="2366963"/>
            <a:ext cx="7283236" cy="3424237"/>
          </a:xfrm>
        </p:spPr>
      </p:pic>
    </p:spTree>
    <p:extLst>
      <p:ext uri="{BB962C8B-B14F-4D97-AF65-F5344CB8AC3E}">
        <p14:creationId xmlns:p14="http://schemas.microsoft.com/office/powerpoint/2010/main" val="357840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added to cart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124" y="2366963"/>
            <a:ext cx="7249751" cy="3424237"/>
          </a:xfrm>
        </p:spPr>
      </p:pic>
    </p:spTree>
    <p:extLst>
      <p:ext uri="{BB962C8B-B14F-4D97-AF65-F5344CB8AC3E}">
        <p14:creationId xmlns:p14="http://schemas.microsoft.com/office/powerpoint/2010/main" val="290630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Payment gateway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708" y="2366963"/>
            <a:ext cx="7274584" cy="3424237"/>
          </a:xfrm>
        </p:spPr>
      </p:pic>
    </p:spTree>
    <p:extLst>
      <p:ext uri="{BB962C8B-B14F-4D97-AF65-F5344CB8AC3E}">
        <p14:creationId xmlns:p14="http://schemas.microsoft.com/office/powerpoint/2010/main" val="22110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/>
                </a:solidFill>
              </a:rPr>
              <a:t>Order history</a:t>
            </a:r>
            <a:endParaRPr lang="en-US" sz="4800" b="1" dirty="0">
              <a:solidFill>
                <a:schemeClr val="bg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869" y="2366963"/>
            <a:ext cx="7282262" cy="3424237"/>
          </a:xfrm>
        </p:spPr>
      </p:pic>
    </p:spTree>
    <p:extLst>
      <p:ext uri="{BB962C8B-B14F-4D97-AF65-F5344CB8AC3E}">
        <p14:creationId xmlns:p14="http://schemas.microsoft.com/office/powerpoint/2010/main" val="1821734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9280" y="1739940"/>
            <a:ext cx="4773440" cy="3378120"/>
          </a:xfrm>
        </p:spPr>
        <p:txBody>
          <a:bodyPr>
            <a:normAutofit/>
          </a:bodyPr>
          <a:lstStyle/>
          <a:p>
            <a:r>
              <a:rPr lang="en-US" sz="9600" b="1" dirty="0" smtClean="0">
                <a:solidFill>
                  <a:schemeClr val="bg2"/>
                </a:solidFill>
              </a:rPr>
              <a:t>Thank you</a:t>
            </a:r>
            <a:endParaRPr lang="en-US" sz="9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1861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</TotalTime>
  <Words>34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Droplet</vt:lpstr>
      <vt:lpstr>QuickBite</vt:lpstr>
      <vt:lpstr>Home PAge</vt:lpstr>
      <vt:lpstr>Admin Login</vt:lpstr>
      <vt:lpstr>Product list</vt:lpstr>
      <vt:lpstr>Add product</vt:lpstr>
      <vt:lpstr>Added product</vt:lpstr>
      <vt:lpstr>Edit Product</vt:lpstr>
      <vt:lpstr>Edited product</vt:lpstr>
      <vt:lpstr>Customer registration</vt:lpstr>
      <vt:lpstr>Customer login</vt:lpstr>
      <vt:lpstr>Product select</vt:lpstr>
      <vt:lpstr>added to cart</vt:lpstr>
      <vt:lpstr>Payment gateway</vt:lpstr>
      <vt:lpstr>Order history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</dc:title>
  <dc:creator>Microsoft account</dc:creator>
  <cp:lastModifiedBy>Microsoft account</cp:lastModifiedBy>
  <cp:revision>3</cp:revision>
  <dcterms:created xsi:type="dcterms:W3CDTF">2024-10-28T14:38:45Z</dcterms:created>
  <dcterms:modified xsi:type="dcterms:W3CDTF">2024-10-28T14:58:03Z</dcterms:modified>
</cp:coreProperties>
</file>